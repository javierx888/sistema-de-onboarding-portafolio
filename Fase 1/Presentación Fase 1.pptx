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w5bBNQ5uXWXFsaeIy9bhczNH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DB4690-080F-45C1-90B1-57FF3F5AF7BC}">
  <a:tblStyle styleId="{99DB4690-080F-45C1-90B1-57FF3F5AF7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4cfb01e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de4cfb01e8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4cfb01e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de4cfb01e8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 FASE 1 PORTAFOLIO DE TITULO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1373526"/>
            <a:ext cx="7947231" cy="5484307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Javier Gacitua 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de sprints, coordinación de reuniones, seguimiento de avances, control de backlog.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Alejandra Guzmán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Equipo de desarrollo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requerimientos, diseño de wireframes, documentación, desarrollo de módulos.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 Kreimerman (Alloxentric)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requisitos, validación de entregables, priorización del backlog.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2076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1210" y="5437848"/>
            <a:ext cx="1245600" cy="124560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pic>
        <p:nvPicPr>
          <p:cNvPr descr="Imagen del perfil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1085" y="3597146"/>
            <a:ext cx="1245900" cy="124590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1210" y="1670864"/>
            <a:ext cx="1245600" cy="122340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684928" y="2068499"/>
            <a:ext cx="4348705" cy="4420573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 i="0" sz="1400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Alloxentric necesita digitalizar el proceso de incorporación de nuevos empleados para sus clientes. Actualmente este proceso es manual, repetitivo y difícil de escalar, lo que genera pérdida de tiempo en RRHH y una experiencia de bienvenida deficiente para el trabajador.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311747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 i="0" sz="1400" cap="none" strike="noStrike">
              <a:solidFill>
                <a:srgbClr val="000000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1" lang="es-CL" sz="2000">
                <a:latin typeface="Calibri"/>
                <a:ea typeface="Calibri"/>
                <a:cs typeface="Calibri"/>
                <a:sym typeface="Calibri"/>
              </a:rPr>
              <a:t>sistema OnBoarding (OnBoardHub) </a:t>
            </a: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que permite construir flujos de incorporación personalizados por empresa, con portal administrativo, portal del empleado, app móvil, alertas por SLA y soporte multi-tenant.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51588" y="1590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" y="71027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10576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4" y="1384324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Diseñar, implementar y documentar una solución de automatización inteligente que resuelva un proceso operativo específico para un cliente, garantizando la autonomía del sistema y la facilidad de uso para el operador humano.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52251"/>
            <a:ext cx="10962900" cy="3007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Iteración Técnica:</a:t>
            </a: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Evolucionar el código base hacia una versión de producción estable y eficiente.</a:t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de IA:</a:t>
            </a: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Asegurar que los modelos de IA implementados cumplan con los niveles de precisión requeridos por el proceso del cliente.</a:t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Excelencia en Documentación:</a:t>
            </a: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Completar el ciclo de vida del software mediante la entrega de manuales técnicos y de usuario de alta calidad.</a:t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1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 de Impacto:</a:t>
            </a: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Cuantificar la carga de trabajo humano reducida gracias a la automatización implementada.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1638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>
            <p:ph type="title"/>
          </p:nvPr>
        </p:nvSpPr>
        <p:spPr>
          <a:xfrm>
            <a:off x="838200" y="1174620"/>
            <a:ext cx="10515600" cy="968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CL" sz="3600"/>
              <a:t>Alcances y limitaciones del proyecto</a:t>
            </a:r>
            <a:endParaRPr b="1" sz="3600"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838200" y="2500181"/>
            <a:ext cx="5181600" cy="221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/>
              <a:t>Alcances:</a:t>
            </a:r>
            <a:endParaRPr b="1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Desarrollo de un sistema de onboarding automatizado con IA, incluyendo backend, frontend, app móvil, integración de estándares técnicos, pruebas, validación con el cliente y documentación completa.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>
            <p:ph idx="2" type="body"/>
          </p:nvPr>
        </p:nvSpPr>
        <p:spPr>
          <a:xfrm>
            <a:off x="6232187" y="2500180"/>
            <a:ext cx="5181600" cy="2214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/>
              <a:t>Limitaciones:</a:t>
            </a:r>
            <a:endParaRPr b="1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El proyecto se encuentra limitado por tiempo, tamaño del equipo y alcance MVP, con dependencia del código base, validación del cliente y restricciones en la implementación completa de IA y escalabilidad.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05338" y="-27872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0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838200" y="2385083"/>
            <a:ext cx="10515600" cy="1617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El proyecto se desarrollará bajo un enfoque ágil basado en Scrum, mediante iteraciones cortas con entregas parciales validadas semanalmente por el cliente. Esto permitirá incorporar feedback continuo, adaptarse a los requerimientos y asegurar el cumplimiento de los objetivos del sistema.</a:t>
            </a:r>
            <a:endParaRPr sz="2400"/>
          </a:p>
        </p:txBody>
      </p:sp>
      <p:sp>
        <p:nvSpPr>
          <p:cNvPr id="144" name="Google Shape;144;p6"/>
          <p:cNvSpPr txBox="1"/>
          <p:nvPr/>
        </p:nvSpPr>
        <p:spPr>
          <a:xfrm>
            <a:off x="10532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4007781"/>
            <a:ext cx="2076740" cy="1914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-56274" y="63582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1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7"/>
          <p:cNvSpPr txBox="1"/>
          <p:nvPr/>
        </p:nvSpPr>
        <p:spPr>
          <a:xfrm>
            <a:off x="3" y="6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154" name="Google Shape;154;p7"/>
          <p:cNvGraphicFramePr/>
          <p:nvPr/>
        </p:nvGraphicFramePr>
        <p:xfrm>
          <a:off x="145550" y="128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{99DB4690-080F-45C1-90B1-57FF3F5AF7BC}</a:tableStyleId>
              </a:tblPr>
              <a:tblGrid>
                <a:gridCol w="2311075"/>
                <a:gridCol w="638675"/>
                <a:gridCol w="5443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  <a:gridCol w="525425"/>
              </a:tblGrid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S1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S2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S3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S4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S5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S6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S7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S8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S9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S10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S11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S12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S13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S14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S15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 S16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F3 S17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F3 S18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 código base y documentación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alcance MVP y wireframes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del sistema y modelo BD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y RBAC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Constructor de procesos onboarding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Portal web empleado (Journey Map)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móvil empleado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 alertas y notificaciones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y ejecución de pruebas QA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de usuario con capturas reales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de deployment y debug log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Preparación presentación final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Reunión semanal con Alloxentric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█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" y="620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4">
            <a:alphaModFix/>
          </a:blip>
          <a:srcRect b="3377" l="4448" r="6050" t="6076"/>
          <a:stretch/>
        </p:blipFill>
        <p:spPr>
          <a:xfrm>
            <a:off x="153825" y="1152425"/>
            <a:ext cx="11884349" cy="558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0" y="77780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(ER)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9"/>
          <p:cNvSpPr txBox="1"/>
          <p:nvPr/>
        </p:nvSpPr>
        <p:spPr>
          <a:xfrm>
            <a:off x="136200" y="368925"/>
            <a:ext cx="863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600" y="1543050"/>
            <a:ext cx="11709950" cy="51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216600" y="2156800"/>
            <a:ext cx="11697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web: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portal administrativo y portal empleado.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lógica de negocio, autenticación, RBAC e integración de módulos.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modelo relacional y persistencia del sistema.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REST: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comunicación entre frontend, backend y servicios.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módulo para experiencia del empleado.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Git/GitHub: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 de versiones y trabajo colaborativo.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 y documentación: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pruebas funcionales, manual de usuario y deployment.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g3de4cfb01e8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e4cfb01e8_1_10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Próximos Pasos / Cierre</a:t>
            </a:r>
            <a:endParaRPr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de4cfb01e8_1_1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g3de4cfb01e8_1_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g3de4cfb01e8_1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e4cfb01e8_1_18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de4cfb01e8_1_1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g3de4cfb01e8_1_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-65699" y="9928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min_dashboard.png" id="204" name="Google Shape;204;p11" title="admin_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5963" y="1762400"/>
            <a:ext cx="8124475" cy="49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