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kBflUHYbHta/Shyv+TazxdFd6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f7eded9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g3d5f7eded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e4cfb01e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g3de4cfb01e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e4cfb01e8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g3de4cfb01e8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26f10fd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26f10fdf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" name="Google Shape;2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ode.j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onboardhub-ebon.vercel.app/employee/" TargetMode="External"/><Relationship Id="rId4" Type="http://schemas.openxmlformats.org/officeDocument/2006/relationships/hyperlink" Target="https://onboardhub-ebon.vercel.app/admin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 FASE 2 PORTAFOLIO DE TITULO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5" y="1373526"/>
            <a:ext cx="7947231" cy="5484307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Javier Gacitua 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 de sprints, coordinación de reuniones, seguimiento de avances, control de backlog.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Alejandra Guzmán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Equipo de desarrollo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requerimientos, diseño de wireframes, documentación, desarrollo de módulos.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 Kreimerman (Alloxentric)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Definición de requisitos, validación de entregables, priorización del backlog.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20763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1210" y="5437848"/>
            <a:ext cx="1245600" cy="124560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102" name="Google Shape;102;p2" descr="Imagen del perfi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2376" y="1631560"/>
            <a:ext cx="1245900" cy="124590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1210" y="3529308"/>
            <a:ext cx="1245600" cy="122340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" name="Google Shape;111;p3"/>
          <p:cNvSpPr/>
          <p:nvPr/>
        </p:nvSpPr>
        <p:spPr>
          <a:xfrm>
            <a:off x="684928" y="2068499"/>
            <a:ext cx="4348705" cy="4420573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Alloxentric necesita digitalizar el proceso de incorporación de nuevos empleados para sus clientes. Actualmente este proceso es manual, repetitivo y difícil de escalar, lo que genera pérdida de tiempo en RRHH y una experiencia de bienvenida deficiente para el trabajador.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9" y="2177325"/>
            <a:ext cx="4348705" cy="4311747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lang="es-CL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 OnBoarding (OnBoardHub) </a:t>
            </a:r>
            <a:r>
              <a:rPr lang="es-CL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 permite construir flujos de incorporación personalizados por empresa, con portal administrativo, portal del empleado, app móvil, alertas por SLA y soporte multi-tenant.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51588" y="1590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" y="71027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" name="Google Shape;122;p4"/>
          <p:cNvSpPr txBox="1"/>
          <p:nvPr/>
        </p:nvSpPr>
        <p:spPr>
          <a:xfrm>
            <a:off x="-24" y="310576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4" y="1384324"/>
            <a:ext cx="10962900" cy="1575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Diseñar, implementar y documentar una solución de automatización inteligente que resuelva un proceso operativo específico para un cliente, garantizando la autonomía del sistema y la facilidad de uso para el operador humano.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3752251"/>
            <a:ext cx="10962900" cy="3007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Iteración Técnica: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Evolucionar el código base hacia una versión de producción estable y eficiente.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Integración de IA: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Asegurar que los modelos de IA implementados cumplan con los niveles de precisión requeridos por el proceso del cliente.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Excelencia en Documentación: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Completar el ciclo de vida del software mediante la entrega de manuales técnicos y de usuario de alta calidad.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s-CL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Validación de Impacto:</a:t>
            </a:r>
            <a:r>
              <a:rPr lang="es-CL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Cuantificar la carga de trabajo humano reducida gracias a la automatización implementada.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1638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838200" y="904416"/>
            <a:ext cx="10515600" cy="651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3600" b="1"/>
              <a:t>Alcances y limitaciones del proyecto</a:t>
            </a:r>
            <a:endParaRPr sz="3600" b="1"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459980" y="1635213"/>
            <a:ext cx="5181600" cy="5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s-CL" b="1"/>
              <a:t>Alcances:</a:t>
            </a:r>
            <a:endParaRPr b="1"/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Diseño, desarrollo e implementación de un sistema de onboarding automatizado con IA.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Evolución y mejora de la información base entregada por Alloxentric.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Desarrollo de los módulos principales: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Portal administrativo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Portal web del empleado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Aplicación móvil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Implementación de funcionalidades clave: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Gestión de usuarios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Constructor de procesos de onboarding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054"/>
              <a:buChar char="•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Sistema de alertas y notificaciones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105338" y="-27872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201338" y="1635213"/>
            <a:ext cx="5181600" cy="5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/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estándares técnicos:</a:t>
            </a:r>
            <a:endParaRPr/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 (roles y permisos)</a:t>
            </a:r>
            <a:endParaRPr/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Multi-tenancy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Auditoría de logs</a:t>
            </a:r>
            <a:endParaRPr/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de inteligencia artificial para automatizar procesos operativos.</a:t>
            </a:r>
            <a:endParaRPr/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Ejecución de:</a:t>
            </a:r>
            <a:endParaRPr/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funcionales y QA</a:t>
            </a:r>
            <a:endParaRPr/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documentación completa:</a:t>
            </a:r>
            <a:endParaRPr/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de usuario</a:t>
            </a:r>
            <a:endParaRPr/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de deployment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s-CL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técnica y APIs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d5f7eded9e_0_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g3d5f7eded9e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" name="Google Shape;142;g3d5f7eded9e_0_1"/>
          <p:cNvSpPr txBox="1">
            <a:spLocks noGrp="1"/>
          </p:cNvSpPr>
          <p:nvPr>
            <p:ph type="title"/>
          </p:nvPr>
        </p:nvSpPr>
        <p:spPr>
          <a:xfrm>
            <a:off x="838200" y="849813"/>
            <a:ext cx="105156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3600" b="1"/>
              <a:t>Alcances y limitaciones del proyecto</a:t>
            </a:r>
            <a:endParaRPr sz="3600" b="1"/>
          </a:p>
        </p:txBody>
      </p:sp>
      <p:sp>
        <p:nvSpPr>
          <p:cNvPr id="143" name="Google Shape;143;g3d5f7eded9e_0_1"/>
          <p:cNvSpPr txBox="1">
            <a:spLocks noGrp="1"/>
          </p:cNvSpPr>
          <p:nvPr>
            <p:ph type="body" idx="2"/>
          </p:nvPr>
        </p:nvSpPr>
        <p:spPr>
          <a:xfrm>
            <a:off x="657549" y="2321850"/>
            <a:ext cx="5458500" cy="24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s-CL" b="1"/>
              <a:t>Limitaciones:</a:t>
            </a:r>
            <a:endParaRPr b="1"/>
          </a:p>
          <a:p>
            <a:pPr marL="457200" lvl="0" indent="-3810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s-CL" sz="2400">
                <a:latin typeface="Calibri"/>
                <a:ea typeface="Calibri"/>
                <a:cs typeface="Calibri"/>
                <a:sym typeface="Calibri"/>
              </a:rPr>
              <a:t>El proyecto se encuentra limitado por tiempo, tamaño del equipo y alcance MVP, y restricciones en la implementación completa de IA y escalabilidad.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5f7eded9e_0_1"/>
          <p:cNvSpPr txBox="1"/>
          <p:nvPr/>
        </p:nvSpPr>
        <p:spPr>
          <a:xfrm>
            <a:off x="105338" y="-27872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0" y="89411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838200" y="1776975"/>
            <a:ext cx="105156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Metodología ágil</a:t>
            </a:r>
            <a:r>
              <a:rPr lang="es-CL" sz="2400"/>
              <a:t>: trabajo en </a:t>
            </a:r>
            <a:r>
              <a:rPr lang="es-CL" sz="2400" b="1"/>
              <a:t>sprints de 1-2 semanas</a:t>
            </a:r>
            <a:r>
              <a:rPr lang="es-CL" sz="2400"/>
              <a:t> con entregables funcionales.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Reunión fija con Product Owner</a:t>
            </a:r>
            <a:r>
              <a:rPr lang="es-CL" sz="2400"/>
              <a:t>: martes 10:30 AM, usada para planificación y revisión de avances.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Roles principales</a:t>
            </a:r>
            <a:r>
              <a:rPr lang="es-CL" sz="2400"/>
              <a:t>: Product Owner, Scrum Master, Equipo de Desarrollo.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Gestión en Jira</a:t>
            </a:r>
            <a:r>
              <a:rPr lang="es-CL" sz="2400"/>
              <a:t>: historias de usuario con subtareas y tablero Scrum para seguimiento.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L" sz="2400" b="1"/>
              <a:t>Objetivo</a:t>
            </a:r>
            <a:r>
              <a:rPr lang="es-CL" sz="2400"/>
              <a:t>: asegurar entregas frecuentes, visibilidad del progreso y mejora continua en el sistema de onboarding.</a:t>
            </a:r>
            <a:endParaRPr sz="2400"/>
          </a:p>
        </p:txBody>
      </p:sp>
      <p:sp>
        <p:nvSpPr>
          <p:cNvPr id="153" name="Google Shape;153;p6"/>
          <p:cNvSpPr txBox="1"/>
          <p:nvPr/>
        </p:nvSpPr>
        <p:spPr>
          <a:xfrm>
            <a:off x="105323" y="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18275" y="5153500"/>
            <a:ext cx="1595275" cy="14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 txBox="1"/>
          <p:nvPr/>
        </p:nvSpPr>
        <p:spPr>
          <a:xfrm>
            <a:off x="-56274" y="63582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1000" b="1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2" name="Google Shape;162;p7"/>
          <p:cNvSpPr txBox="1"/>
          <p:nvPr/>
        </p:nvSpPr>
        <p:spPr>
          <a:xfrm>
            <a:off x="3" y="6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34725"/>
            <a:ext cx="117538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901700"/>
            <a:ext cx="11887199" cy="2123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1" y="6208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Despliegue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2" name="Google Shape;172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1941" y="1404527"/>
            <a:ext cx="8108117" cy="5325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/>
          <p:nvPr/>
        </p:nvSpPr>
        <p:spPr>
          <a:xfrm>
            <a:off x="0" y="77780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(ER)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1" name="Google Shape;181;p9"/>
          <p:cNvSpPr txBox="1"/>
          <p:nvPr/>
        </p:nvSpPr>
        <p:spPr>
          <a:xfrm>
            <a:off x="136200" y="368925"/>
            <a:ext cx="863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9" title="Relational_1V2.png"/>
          <p:cNvPicPr preferRelativeResize="0"/>
          <p:nvPr/>
        </p:nvPicPr>
        <p:blipFill rotWithShape="1">
          <a:blip r:embed="rId4">
            <a:alphaModFix/>
          </a:blip>
          <a:srcRect l="6331" r="6340"/>
          <a:stretch/>
        </p:blipFill>
        <p:spPr>
          <a:xfrm>
            <a:off x="2387130" y="777800"/>
            <a:ext cx="7606571" cy="6080201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0" name="Google Shape;190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>
            <a:spLocks noGrp="1"/>
          </p:cNvSpPr>
          <p:nvPr>
            <p:ph type="body" idx="2"/>
          </p:nvPr>
        </p:nvSpPr>
        <p:spPr>
          <a:xfrm>
            <a:off x="1494050" y="2048975"/>
            <a:ext cx="2591700" cy="412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/>
              <a:t>Frontend 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React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Vercel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/>
              <a:t>Backend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 u="sng">
                <a:solidFill>
                  <a:schemeClr val="hlink"/>
                </a:solidFill>
                <a:hlinkClick r:id="rId4"/>
              </a:rPr>
              <a:t>Node.js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Render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"/>
          <p:cNvSpPr txBox="1">
            <a:spLocks noGrp="1"/>
          </p:cNvSpPr>
          <p:nvPr>
            <p:ph type="body" idx="2"/>
          </p:nvPr>
        </p:nvSpPr>
        <p:spPr>
          <a:xfrm>
            <a:off x="4630250" y="2048975"/>
            <a:ext cx="2674800" cy="412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/>
              <a:t>Base de datos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PostgreSQL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Supabase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pgAdmin/SQL Data Modeler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/>
              <a:t>Autenticación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Keycloak</a:t>
            </a:r>
            <a:endParaRPr/>
          </a:p>
        </p:txBody>
      </p:sp>
      <p:sp>
        <p:nvSpPr>
          <p:cNvPr id="193" name="Google Shape;193;p10"/>
          <p:cNvSpPr txBox="1">
            <a:spLocks noGrp="1"/>
          </p:cNvSpPr>
          <p:nvPr>
            <p:ph type="body" idx="2"/>
          </p:nvPr>
        </p:nvSpPr>
        <p:spPr>
          <a:xfrm>
            <a:off x="8023150" y="2048975"/>
            <a:ext cx="2756700" cy="4128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/>
              <a:t>Infrastructura y Despliegue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Vercel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Supabase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GitHub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/>
              <a:t>Gestión Proyecto</a:t>
            </a:r>
            <a:endParaRPr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s-CL"/>
              <a:t>Jira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de4cfb01e8_1_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de4cfb01e8_1_10"/>
          <p:cNvSpPr txBox="1"/>
          <p:nvPr/>
        </p:nvSpPr>
        <p:spPr>
          <a:xfrm>
            <a:off x="0" y="3105755"/>
            <a:ext cx="12192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Próximos Pasos / Cierre</a:t>
            </a:r>
            <a:endParaRPr sz="4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de4cfb01e8_1_1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g3de4cfb01e8_1_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de4cfb01e8_1_1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de4cfb01e8_1_18"/>
          <p:cNvSpPr txBox="1"/>
          <p:nvPr/>
        </p:nvSpPr>
        <p:spPr>
          <a:xfrm>
            <a:off x="0" y="3105755"/>
            <a:ext cx="12192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 sz="4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3de4cfb01e8_1_1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9" name="Google Shape;209;g3de4cfb01e8_1_1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Onboarding”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 txBox="1"/>
          <p:nvPr/>
        </p:nvSpPr>
        <p:spPr>
          <a:xfrm>
            <a:off x="-65699" y="9928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24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>
            <a:spLocks noGrp="1"/>
          </p:cNvSpPr>
          <p:nvPr>
            <p:ph type="body" idx="1"/>
          </p:nvPr>
        </p:nvSpPr>
        <p:spPr>
          <a:xfrm>
            <a:off x="983025" y="2678850"/>
            <a:ext cx="11143200" cy="345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 u="sng">
                <a:solidFill>
                  <a:schemeClr val="hlink"/>
                </a:solidFill>
                <a:hlinkClick r:id="rId4"/>
              </a:rPr>
              <a:t>https://onboardhub-ebon.vercel.app/admin/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Usuario “Super” Admin: admin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Contraseña “Super” Admin: admin123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Usuario RRHH: hr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Contraseña RRHH: hr123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b="1" u="sng">
                <a:solidFill>
                  <a:schemeClr val="hlink"/>
                </a:solidFill>
                <a:hlinkClick r:id="rId5"/>
              </a:rPr>
              <a:t>https://onboardhub-ebon.vercel.app/employee/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 txBox="1"/>
          <p:nvPr/>
        </p:nvSpPr>
        <p:spPr>
          <a:xfrm>
            <a:off x="1" y="13607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Panorámica</PresentationFormat>
  <Paragraphs>112</Paragraphs>
  <Slides>18</Slides>
  <Notes>18</Notes>
  <HiddenSlides>3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Alcances y limitaciones del proyecto</vt:lpstr>
      <vt:lpstr>Alcances y limitaciones del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Alejandra Isabel Guzman Sanchez</cp:lastModifiedBy>
  <cp:revision>1</cp:revision>
  <dcterms:created xsi:type="dcterms:W3CDTF">2023-10-28T21:12:11Z</dcterms:created>
  <dcterms:modified xsi:type="dcterms:W3CDTF">2026-05-16T14:45:47Z</dcterms:modified>
</cp:coreProperties>
</file>