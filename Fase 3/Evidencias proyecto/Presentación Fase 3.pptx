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i9HX16sim5L3RRhszvJJ/hphhA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149967-E813-4C4C-9571-53EA1C5C59E0}">
  <a:tblStyle styleId="{57149967-E813-4C4C-9571-53EA1C5C59E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5f7eded9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8" name="Google Shape;138;g3d5f7eded9e_0_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6" name="Google Shape;166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5" name="Google Shape;175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e4cfb01e8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5" name="Google Shape;195;g3de4cfb01e8_1_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e4cfb01e8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g3de4cfb01e8_1_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0" name="Google Shape;22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6" name="Google Shape;226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3" name="Google Shape;233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" name="Google Shape;2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5.jpg"/><Relationship Id="rId6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hyperlink" Target="http://node.js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hyperlink" Target="https://onboardhub-ebon.vercel.app/login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 FASE </a:t>
            </a:r>
            <a:r>
              <a:rPr lang="es-CL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PORTAFOLIO DE </a:t>
            </a:r>
            <a:r>
              <a:rPr lang="es-CL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TÍTULO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5" y="1373526"/>
            <a:ext cx="7947231" cy="5484307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Alejandra Guzmán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Planificación de sprints, coordinación de reuniones, seguimiento de avances, control de backlog.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Javier Gacitua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Equipo de desarrollo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Análisis de requerimientos, diseño de wireframes, documentación, desarrollo de módulos.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Max Kreimerman (Alloxentric)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Definición de requisitos, validación de entregables, priorización del backlog.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"/>
          <p:cNvSpPr txBox="1"/>
          <p:nvPr/>
        </p:nvSpPr>
        <p:spPr>
          <a:xfrm>
            <a:off x="12076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0" name="Google Shape;100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01" name="Google Shape;10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01210" y="5437848"/>
            <a:ext cx="1245600" cy="12456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  <p:pic>
        <p:nvPicPr>
          <p:cNvPr descr="Imagen del perfil" id="102" name="Google Shape;102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1060" y="1547596"/>
            <a:ext cx="1245900" cy="12459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  <p:pic>
        <p:nvPicPr>
          <p:cNvPr id="103" name="Google Shape;10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01210" y="3503964"/>
            <a:ext cx="1245600" cy="12234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0" y="113084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1" name="Google Shape;111;p3"/>
          <p:cNvSpPr/>
          <p:nvPr/>
        </p:nvSpPr>
        <p:spPr>
          <a:xfrm>
            <a:off x="684928" y="2068499"/>
            <a:ext cx="4348705" cy="4420573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Alloxentric necesita digitalizar el proceso de incorporación de nuevos empleados para sus clientes. Actualmente este proceso es manual, repetitivo y difícil de escalar, lo que genera pérdida de tiempo en RRHH y una experiencia de bienvenida deficiente para el trabajador.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6912079" y="2177325"/>
            <a:ext cx="4348705" cy="4311747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Un </a:t>
            </a:r>
            <a:r>
              <a:rPr b="1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sistema OnBoarding (OnBoardHub) </a:t>
            </a: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que permite construir flujos de incorporación personalizados por empresa, con portal administrativo, portal del empleado, app móvil, alertas por SLA y soporte multi-tenant.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151588" y="1590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" y="710277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22" name="Google Shape;122;p4"/>
          <p:cNvSpPr txBox="1"/>
          <p:nvPr/>
        </p:nvSpPr>
        <p:spPr>
          <a:xfrm>
            <a:off x="-24" y="310576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614514" y="1384324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Diseñar, implementar y documentar una solución de automatización inteligente que resuelva un proceso operativo específico para un cliente, garantizando la autonomía del sistema y la facilidad de uso para el operador humano.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25" y="3752251"/>
            <a:ext cx="10962900" cy="3007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1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Iteración Técnica: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Evolucionar el código base hacia una versión de producción estable y eficiente.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Integración de IA: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Asegurar que los modelos de IA implementados cumplan con los niveles de precisión requeridos por el proceso del cliente.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Excelencia en Documentación: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Completar el ciclo de vida del software mediante la entrega de manuales técnicos y de usuario de alta calidad.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Validación de Impacto: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Cuantificar la carga de trabajo humano reducida gracias a la automatización implementada.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151638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1" name="Google Shape;131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2" name="Google Shape;132;p5"/>
          <p:cNvSpPr txBox="1"/>
          <p:nvPr>
            <p:ph type="title"/>
          </p:nvPr>
        </p:nvSpPr>
        <p:spPr>
          <a:xfrm>
            <a:off x="838200" y="904416"/>
            <a:ext cx="10515600" cy="65147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-CL" sz="3600"/>
              <a:t>Alcances y limitaciones del proyecto</a:t>
            </a:r>
            <a:endParaRPr b="1" sz="3600"/>
          </a:p>
        </p:txBody>
      </p:sp>
      <p:sp>
        <p:nvSpPr>
          <p:cNvPr id="133" name="Google Shape;133;p5"/>
          <p:cNvSpPr txBox="1"/>
          <p:nvPr>
            <p:ph idx="1" type="body"/>
          </p:nvPr>
        </p:nvSpPr>
        <p:spPr>
          <a:xfrm>
            <a:off x="459980" y="1635213"/>
            <a:ext cx="5181600" cy="5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None/>
            </a:pPr>
            <a:r>
              <a:rPr b="1" lang="es-CL"/>
              <a:t>Alcances:</a:t>
            </a:r>
            <a:endParaRPr b="1"/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Diseño, desarrollo e implementación de un sistema de onboarding automatizado con IA.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Evolución y mejora de la información base entregada por Alloxentric.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Desarrollo de los módulos principales: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Portal administrativo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Portal web del empleado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Aplicación móvil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Implementación de funcionalidades clave: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Gestión de usuarios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Constructor de procesos de onboarding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Sistema de alertas y notificaciones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6201338" y="1635213"/>
            <a:ext cx="5181600" cy="5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Integración de estándares técnicos: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RBAC (roles y permisos)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Multi-tenancy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Auditoría de 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 de inteligencia artificial para automatizar procesos operativos.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Ejecución de: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Pruebas funcionales y QA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Generación de documentación completa: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Manual de usuario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Manual de deployment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Documentación técnica y APIs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0" name="Google Shape;140;g3d5f7eded9e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" name="Google Shape;141;g3d5f7eded9e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2" name="Google Shape;142;g3d5f7eded9e_0_1"/>
          <p:cNvSpPr txBox="1"/>
          <p:nvPr>
            <p:ph type="title"/>
          </p:nvPr>
        </p:nvSpPr>
        <p:spPr>
          <a:xfrm>
            <a:off x="838200" y="849813"/>
            <a:ext cx="10515600" cy="78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-CL" sz="3600"/>
              <a:t>Alcances y limitaciones del proyecto</a:t>
            </a:r>
            <a:endParaRPr b="1" sz="3600"/>
          </a:p>
        </p:txBody>
      </p:sp>
      <p:sp>
        <p:nvSpPr>
          <p:cNvPr id="143" name="Google Shape;143;g3d5f7eded9e_0_1"/>
          <p:cNvSpPr txBox="1"/>
          <p:nvPr>
            <p:ph idx="2" type="body"/>
          </p:nvPr>
        </p:nvSpPr>
        <p:spPr>
          <a:xfrm>
            <a:off x="657549" y="2321850"/>
            <a:ext cx="5458500" cy="24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Limitaciones:</a:t>
            </a:r>
            <a:endParaRPr b="1"/>
          </a:p>
          <a:p>
            <a:pPr indent="-381000" lvl="0" marL="4572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s-CL" sz="2400">
                <a:latin typeface="Calibri"/>
                <a:ea typeface="Calibri"/>
                <a:cs typeface="Calibri"/>
                <a:sym typeface="Calibri"/>
              </a:rPr>
              <a:t>El proyecto se encuentra limitado por tiempo, tamaño del equipo y alcance MVP, y restricciones en la implementación completa de IA y escalabilidad.</a:t>
            </a:r>
            <a:endParaRPr sz="24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d5f7eded9e_0_1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6"/>
          <p:cNvSpPr txBox="1"/>
          <p:nvPr/>
        </p:nvSpPr>
        <p:spPr>
          <a:xfrm>
            <a:off x="0" y="89411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2" name="Google Shape;152;p6"/>
          <p:cNvSpPr txBox="1"/>
          <p:nvPr>
            <p:ph idx="1" type="body"/>
          </p:nvPr>
        </p:nvSpPr>
        <p:spPr>
          <a:xfrm>
            <a:off x="838200" y="1776975"/>
            <a:ext cx="10515600" cy="33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Metodología ágil</a:t>
            </a:r>
            <a:r>
              <a:rPr lang="es-CL" sz="2400"/>
              <a:t>: trabajo en </a:t>
            </a:r>
            <a:r>
              <a:rPr b="1" lang="es-CL" sz="2400"/>
              <a:t>sprints de 2 semanas</a:t>
            </a:r>
            <a:r>
              <a:rPr lang="es-CL" sz="2400"/>
              <a:t> con entregables funcionales.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Reunión fija con Product Owner</a:t>
            </a:r>
            <a:r>
              <a:rPr lang="es-CL" sz="2400"/>
              <a:t>: para planificación y revisión de avances.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Roles principales</a:t>
            </a:r>
            <a:r>
              <a:rPr lang="es-CL" sz="2400"/>
              <a:t>: Product Owner, Scrum Master, Equipo de Desarrollo.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Gestión en Jira</a:t>
            </a:r>
            <a:r>
              <a:rPr lang="es-CL" sz="2400"/>
              <a:t>: historias de usuario con subtareas y tablero Scrum para seguimiento.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Objetivo</a:t>
            </a:r>
            <a:r>
              <a:rPr lang="es-CL" sz="2400"/>
              <a:t>: asegurar entregas frecuentes, visibilidad del progreso y mejora continua en el sistema de onboarding.</a:t>
            </a:r>
            <a:endParaRPr sz="2400"/>
          </a:p>
        </p:txBody>
      </p:sp>
      <p:sp>
        <p:nvSpPr>
          <p:cNvPr id="153" name="Google Shape;153;p6"/>
          <p:cNvSpPr txBox="1"/>
          <p:nvPr/>
        </p:nvSpPr>
        <p:spPr>
          <a:xfrm>
            <a:off x="10532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18275" y="5153500"/>
            <a:ext cx="1595275" cy="147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 txBox="1"/>
          <p:nvPr/>
        </p:nvSpPr>
        <p:spPr>
          <a:xfrm>
            <a:off x="-56274" y="63582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b="1" i="0" sz="10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2" name="Google Shape;162;p7"/>
          <p:cNvSpPr txBox="1"/>
          <p:nvPr/>
        </p:nvSpPr>
        <p:spPr>
          <a:xfrm>
            <a:off x="3" y="6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3" name="Google Shape;163;p7"/>
          <p:cNvGraphicFramePr/>
          <p:nvPr/>
        </p:nvGraphicFramePr>
        <p:xfrm>
          <a:off x="221579" y="148075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{57149967-E813-4C4C-9571-53EA1C5C59E0}</a:tableStyleId>
              </a:tblPr>
              <a:tblGrid>
                <a:gridCol w="2709600"/>
                <a:gridCol w="1154450"/>
                <a:gridCol w="806925"/>
                <a:gridCol w="5604825"/>
                <a:gridCol w="1429400"/>
              </a:tblGrid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Sprints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HU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Historia de Usuario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Estado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 1 · Fundamentos</a:t>
                      </a:r>
                      <a:endParaRPr b="1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1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HU-01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Registrar una nueva empresa en el sistema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HU-02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Gestionar usuarios y asignar roles dentro de una empresa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HU-03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Gestión de Plantillas de Onboarding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HU-04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Asignar proceso de onboarding a nuevo empleado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 2 · Ejecución</a:t>
                      </a:r>
                      <a:endParaRPr b="1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2–3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HU-05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Ver proceso de onboarding asignado como empleado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HU-06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Completar etapas del proceso de onboarding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HU-07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Revisar el avance de cada empleado en su proceso de onboarding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HU-08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Configurar el tiempo máximo (SLA) para cada etapa de una plantilla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HU-09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Recibir alertas cuando una tarea supera su fecha límite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 3 · Reportes y Móvil</a:t>
                      </a:r>
                      <a:endParaRPr b="1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4–5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HU-10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Ver recordatorios de tareas pendientes en el sistema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🔄 En curso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HU-11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Consultar reporte de avance del onboarding por empresa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HU-12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Acceder a mi onboarding desde la aplicación móvil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📋 Por hacer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8" name="Google Shape;16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8"/>
          <p:cNvSpPr txBox="1"/>
          <p:nvPr/>
        </p:nvSpPr>
        <p:spPr>
          <a:xfrm>
            <a:off x="1" y="6208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Despliegue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1" name="Google Shape;171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8"/>
          <p:cNvPicPr preferRelativeResize="0"/>
          <p:nvPr/>
        </p:nvPicPr>
        <p:blipFill rotWithShape="1">
          <a:blip r:embed="rId4">
            <a:alphaModFix/>
          </a:blip>
          <a:srcRect b="0" l="0" r="0" t="7020"/>
          <a:stretch/>
        </p:blipFill>
        <p:spPr>
          <a:xfrm>
            <a:off x="67188" y="1267375"/>
            <a:ext cx="12057626" cy="55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7" name="Google Shape;17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9"/>
          <p:cNvSpPr txBox="1"/>
          <p:nvPr/>
        </p:nvSpPr>
        <p:spPr>
          <a:xfrm>
            <a:off x="0" y="77780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 (ER)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9" name="Google Shape;179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0" name="Google Shape;180;p9"/>
          <p:cNvSpPr txBox="1"/>
          <p:nvPr/>
        </p:nvSpPr>
        <p:spPr>
          <a:xfrm>
            <a:off x="136200" y="368925"/>
            <a:ext cx="8636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24300"/>
            <a:ext cx="11984901" cy="5346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6" name="Google Shape;1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0"/>
          <p:cNvSpPr txBox="1"/>
          <p:nvPr/>
        </p:nvSpPr>
        <p:spPr>
          <a:xfrm>
            <a:off x="0" y="9929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8" name="Google Shape;188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9" name="Google Shape;189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0"/>
          <p:cNvSpPr txBox="1"/>
          <p:nvPr>
            <p:ph idx="2" type="body"/>
          </p:nvPr>
        </p:nvSpPr>
        <p:spPr>
          <a:xfrm>
            <a:off x="1494050" y="2048975"/>
            <a:ext cx="2591700" cy="41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Frontend 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React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Backend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 u="sng">
                <a:solidFill>
                  <a:schemeClr val="hlink"/>
                </a:solidFill>
                <a:hlinkClick r:id="rId4"/>
              </a:rPr>
              <a:t>Node.js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Render</a:t>
            </a:r>
            <a:endParaRPr/>
          </a:p>
          <a:p>
            <a:pPr indent="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91" name="Google Shape;191;p10"/>
          <p:cNvSpPr txBox="1"/>
          <p:nvPr>
            <p:ph idx="2" type="body"/>
          </p:nvPr>
        </p:nvSpPr>
        <p:spPr>
          <a:xfrm>
            <a:off x="4630250" y="2048975"/>
            <a:ext cx="2674800" cy="41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Base de datos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PostgreSQL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pgAdmin/SQL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Autenticación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Keycloak</a:t>
            </a:r>
            <a:endParaRPr/>
          </a:p>
        </p:txBody>
      </p:sp>
      <p:sp>
        <p:nvSpPr>
          <p:cNvPr id="192" name="Google Shape;192;p10"/>
          <p:cNvSpPr txBox="1"/>
          <p:nvPr>
            <p:ph idx="2" type="body"/>
          </p:nvPr>
        </p:nvSpPr>
        <p:spPr>
          <a:xfrm>
            <a:off x="8023150" y="2048975"/>
            <a:ext cx="2756700" cy="41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Infrastructura y Despliegue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GitHub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Gestión Proyecto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Jira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7" name="Google Shape;197;g3de4cfb01e8_1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g3de4cfb01e8_1_10"/>
          <p:cNvSpPr txBox="1"/>
          <p:nvPr/>
        </p:nvSpPr>
        <p:spPr>
          <a:xfrm>
            <a:off x="0" y="3105755"/>
            <a:ext cx="12192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Próximos Pasos / Cierre</a:t>
            </a:r>
            <a:endParaRPr b="0" i="0" sz="4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9" name="Google Shape;199;g3de4cfb01e8_1_10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0" name="Google Shape;200;g3de4cfb01e8_1_1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5" name="Google Shape;205;g3de4cfb01e8_1_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g3de4cfb01e8_1_18"/>
          <p:cNvSpPr txBox="1"/>
          <p:nvPr/>
        </p:nvSpPr>
        <p:spPr>
          <a:xfrm>
            <a:off x="0" y="3105755"/>
            <a:ext cx="12192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endParaRPr b="0" i="0" sz="4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7" name="Google Shape;207;g3de4cfb01e8_1_18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8" name="Google Shape;208;g3de4cfb01e8_1_1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3" name="Google Shape;21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1"/>
          <p:cNvSpPr txBox="1"/>
          <p:nvPr/>
        </p:nvSpPr>
        <p:spPr>
          <a:xfrm>
            <a:off x="1" y="908442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1"/>
          <p:cNvSpPr txBox="1"/>
          <p:nvPr/>
        </p:nvSpPr>
        <p:spPr>
          <a:xfrm>
            <a:off x="489850" y="1959425"/>
            <a:ext cx="4848000" cy="34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GENÉRICAS: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 Administrador: admin / admin123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-HR Manager: hr / hr123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-Encargado de Área: encargado / encargado123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-Supervisor Onboarding: supervisor / supervisor123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-Empleado: employee/employee123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1"/>
          <p:cNvSpPr txBox="1"/>
          <p:nvPr/>
        </p:nvSpPr>
        <p:spPr>
          <a:xfrm>
            <a:off x="5776925" y="1959425"/>
            <a:ext cx="5354700" cy="3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INDIVIDUALES: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-HR Manager: pvargas@duoc.cl - pedro123 // usuario inactivo: aguzman@cocacola.cl - Aguzman123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-Empleado: acortes@duoc.cl - andre123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-Encargado de área: aguzman@duoc.cl - aguzman123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-Supervisor Onboarding: jgacitua@duoc.cl - javier123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 txBox="1"/>
          <p:nvPr/>
        </p:nvSpPr>
        <p:spPr>
          <a:xfrm>
            <a:off x="320925" y="5844500"/>
            <a:ext cx="107262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https://onboardhub-ebon.vercel.app/login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2" name="Google Shape;22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8" name="Google Shape;22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3"/>
          <p:cNvSpPr txBox="1"/>
          <p:nvPr/>
        </p:nvSpPr>
        <p:spPr>
          <a:xfrm>
            <a:off x="1" y="1360773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3"/>
          <p:cNvSpPr txBox="1"/>
          <p:nvPr/>
        </p:nvSpPr>
        <p:spPr>
          <a:xfrm>
            <a:off x="1165525" y="2449275"/>
            <a:ext cx="10152000" cy="17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Organización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Uso de herramientas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5" name="Google Shape;23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4"/>
          <p:cNvSpPr txBox="1"/>
          <p:nvPr/>
        </p:nvSpPr>
        <p:spPr>
          <a:xfrm>
            <a:off x="0" y="3044279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